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351" y="2743200"/>
            <a:ext cx="3485179" cy="3613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Learning-Based Automated Sleep Stage Classification Using EEG Signals</a:t>
            </a:r>
            <a:endParaRPr/>
          </a:p>
        </p:txBody>
      </p:sp>
      <p:pic>
        <p:nvPicPr>
          <p:cNvPr descr="A picture of an electromagnetic radiation" id="85" name="Google Shape;85;p13"/>
          <p:cNvPicPr preferRelativeResize="0"/>
          <p:nvPr/>
        </p:nvPicPr>
        <p:blipFill rotWithShape="1">
          <a:blip r:embed="rId3">
            <a:alphaModFix/>
          </a:blip>
          <a:srcRect b="2" l="28196" r="27086" t="0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alibri"/>
              <a:buNone/>
            </a:pPr>
            <a:r>
              <a:rPr lang="en-US" sz="3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1850065" y="2190307"/>
            <a:ext cx="5337544" cy="3219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889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Sleep plays a vital role in human health and cognitive performance.</a:t>
            </a:r>
            <a:endParaRPr/>
          </a:p>
          <a:p>
            <a:pPr indent="-34290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Accurate classification of sleep stages aids diagnosis of disorders like insomnia and sleep apnea.</a:t>
            </a:r>
            <a:endParaRPr/>
          </a:p>
          <a:p>
            <a:pPr indent="-34290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Traditional scoring by clinicians is time-consuming and subjective.</a:t>
            </a:r>
            <a:endParaRPr/>
          </a:p>
          <a:p>
            <a:pPr indent="-34290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Deep learning models can automate this process efficiently using EEG signals.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E0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D1814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457200" y="1371600"/>
            <a:ext cx="8686800" cy="2164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Manual sleep stage scoring is labor-intensive and prone to human error.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Need for an automated and accurate system to classify sleep stages (W, N1, N2, N3, REM).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Aim: Develop a deep learning model for automatic sleep stage classification using EEG-based PhysioNet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E0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D1814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Source: Sleep-EDF Expanded Dataset (PhysioNet).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Contains EEG, EOG, EMG signals from healthy subjects during sleep.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Hypnogram files include expert annotations of 30-second sleep stages.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Stages: W (Wake), N1, N2, N3 (Non-REM), R (REM).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E0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D1814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Loaded PSG (EEG, EOG, EMG) and hypnogram annotation files.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Converted annotation intervals to 30-second labeled epochs.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Applied filtering, normalization, and artifact removal.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Split data into train, validation, and test sets.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E0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D1814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Used deep learning architectures like CNN, GRU, and LSTM.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Input: 30s EEG segment → Output: Sleep stage label.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Layers: Convolutional + Recurrent + Dense (Softmax output).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Optimizer: Adam | Loss: Categorical Crossentropy | Metrics: Accuracy.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E0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D1814"/>
                </a:solidFill>
                <a:latin typeface="Calibri"/>
                <a:ea typeface="Calibri"/>
                <a:cs typeface="Calibri"/>
                <a:sym typeface="Calibri"/>
              </a:rPr>
              <a:t>Training and Evaluation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Training performed on full PhysioNet dataset.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Epoch length: 30s | Sampling frequency: 100 Hz.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Evaluation Metrics: Accuracy, F1-score, Confusion Matrix.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Early stopping used to prevent overfitting.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E0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D1814"/>
                </a:solidFill>
                <a:latin typeface="Calibri"/>
                <a:ea typeface="Calibri"/>
                <a:cs typeface="Calibri"/>
                <a:sym typeface="Calibri"/>
              </a:rPr>
              <a:t>Results and Observations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Achieved accuracy around 83–88% on test data.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Best performance on N2 and REM stages.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Misclassifications mainly between N1 and N2 (transitional stages).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Model shows promise for clinical applications.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E0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D1814"/>
                </a:solidFill>
                <a:latin typeface="Calibri"/>
                <a:ea typeface="Calibri"/>
                <a:cs typeface="Calibri"/>
                <a:sym typeface="Calibri"/>
              </a:rPr>
              <a:t>Challenges and Future Work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Data imbalance between sleep stages (fewer N1 samples).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Computationally intensive training process.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Future: Attention-based hybrid CNN–Transformer models for improved feature learning.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Explore transfer learning and explainable AI for medical interpretability.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E0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D181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640080" y="1371600"/>
            <a:ext cx="7772400" cy="18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Deep learning provides reliable automation for sleep stage scoring.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PhysioNet Sleep-EDF dataset supports reproducible research.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The project contributes toward efficient, scalable, and accurate sleep analysis systems.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0E0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64008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D1814"/>
                </a:solidFill>
                <a:latin typeface="Calibri"/>
                <a:ea typeface="Calibri"/>
                <a:cs typeface="Calibri"/>
                <a:sym typeface="Calibri"/>
              </a:rPr>
              <a:t>References (2023–2025)</a:t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640080" y="1371600"/>
            <a:ext cx="7772400" cy="260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Li et al., 'Sleep stage classification with hybrid CNN–Transformer models,' IEEE JBHI, 2024.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Zhang et al., 'End-to-end deep learning for polysomnography analysis,' Nature Sci Rep, 2023.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PhysioNet Sleep-EDF Database (Expanded), 2024 version.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MNE-Python documentation for EEG preprocessing and epoching.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